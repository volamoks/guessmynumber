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</a:rPr>
              <a:t>This is a paragraph.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973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</a:rPr>
              <a:t>| Header 1 | Header 2 |</a:t>
            </a: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8F0"/>
                </a:solidFill>
              </a:rPr>
              <a:t>|Data 1|Data 2|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66060"/>
            <a:ext cx="8229600" cy="61468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</a:ln>
        </p:spPr>
        <p:txBody>
          <a:bodyPr wrap="square" lIns="1905" tIns="3175" rIns="3175" bIns="1905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</a:rPr>
              <a:t>console.log('Hello')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0" y="28117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typescript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>
                    <a:alpha val="50000"/>
                  </a:srgbClr>
                </a:solidFill>
              </a:rPr>
              <a:t>1 /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PptxGenJS Presentation</dc:subject>
  <dc:creator>Unknown</dc:creator>
  <cp:lastModifiedBy>Unknown</cp:lastModifiedBy>
  <cp:revision>1</cp:revision>
  <dcterms:created xsi:type="dcterms:W3CDTF">2025-12-10T10:35:13Z</dcterms:created>
  <dcterms:modified xsi:type="dcterms:W3CDTF">2025-12-10T10:35:13Z</dcterms:modified>
</cp:coreProperties>
</file>