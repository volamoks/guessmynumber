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with Rich List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**Bold Item**: Description</a:t>
            </a:r>
            <a:endParaRPr lang="en-US" sz="18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*Italic Item*: Description</a:t>
            </a:r>
            <a:endParaRPr lang="en-US" sz="18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Normal Item with **bold** inside</a:t>
            </a:r>
            <a:endParaRPr lang="en-US" sz="18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Item with [Link](https://example.com)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>
                    <a:alpha val="50000"/>
                  </a:srgbClr>
                </a:solidFill>
              </a:rPr>
              <a:t>1 /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Rich List Test</dc:title>
  <dc:subject>PptxGenJS Presentation</dc:subject>
  <dc:creator>Unknown</dc:creator>
  <cp:lastModifiedBy>Unknown</cp:lastModifiedBy>
  <cp:revision>1</cp:revision>
  <dcterms:created xsi:type="dcterms:W3CDTF">2025-12-10T10:43:55Z</dcterms:created>
  <dcterms:modified xsi:type="dcterms:W3CDTF">2025-12-10T10:43:55Z</dcterms:modified>
</cp:coreProperties>
</file>